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4" r:id="rId7"/>
    <p:sldId id="260" r:id="rId8"/>
    <p:sldId id="261" r:id="rId9"/>
    <p:sldId id="263" r:id="rId10"/>
  </p:sldIdLst>
  <p:sldSz cx="9144000" cy="5143500"/>
  <p:notesSz cx="6858000" cy="9144000"/>
  <p:embeddedFontLst>
    <p:embeddedFont>
      <p:font typeface="Oswald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5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850d93d7b9_0_1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850d93d7b9_0_1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850d93d7b9_0_2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850d93d7b9_0_2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850d93d7b9_0_3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850d93d7b9_0_3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850d93d7b9_0_3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850d93d7b9_0_3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850d93d7b9_0_3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850d93d7b9_0_3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50d93d7b9_0_3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50d93d7b9_0_3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850d93d7b9_0_3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850d93d7b9_0_3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2504" cy="33944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54296" y="1200150"/>
            <a:ext cx="4032504" cy="33944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5293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025"/>
          <p:cNvSpPr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Замещающий текст 1026"/>
          <p:cNvSpPr/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Замещающая дата 1027"/>
          <p:cNvSpPr/>
          <p:nvPr>
            <p:ph type="dt" sz="half" idx="2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50"/>
            </a:lvl1pPr>
          </a:lstStyle>
          <a:p>
            <a:pPr lvl="0"/>
            <a:endParaRPr lang="en-US"/>
          </a:p>
        </p:txBody>
      </p:sp>
      <p:sp>
        <p:nvSpPr>
          <p:cNvPr id="1029" name="Замещающий нижний колонтитул 1028"/>
          <p:cNvSpPr/>
          <p:nvPr>
            <p:ph type="ftr" sz="quarter" idx="3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50"/>
            </a:lvl1pPr>
          </a:lstStyle>
          <a:p>
            <a:pPr lvl="0"/>
            <a:endParaRPr lang="en-US"/>
          </a:p>
        </p:txBody>
      </p:sp>
      <p:sp>
        <p:nvSpPr>
          <p:cNvPr id="1030" name="Замещающий номер слайда 1029"/>
          <p:cNvSpPr/>
          <p:nvPr>
            <p:ph type="sldNum" sz="quarter" idx="4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5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3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7175" lvl="0" indent="-25717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399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lvl="5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8850" lvl="6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1750" lvl="7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4650" lvl="8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685800" lvl="2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028700" lvl="3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371600" lvl="4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714500" lvl="5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057400" lvl="6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2400300" lvl="7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2743200" lvl="8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/>
        </p:nvSpPr>
        <p:spPr>
          <a:xfrm>
            <a:off x="3066700" y="2958015"/>
            <a:ext cx="3067500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Oswald"/>
                <a:ea typeface="Oswald"/>
                <a:cs typeface="Oswald"/>
                <a:sym typeface="Oswald"/>
              </a:rPr>
              <a:t>Работу выполнил:</a:t>
            </a:r>
            <a:endParaRPr sz="2000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Касимов Роман Дмитриевич</a:t>
            </a:r>
            <a:endParaRPr lang="ru-RU"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Заголовок 0"/>
          <p:cNvSpPr/>
          <p:nvPr>
            <p:ph type="ctrTitle"/>
          </p:nvPr>
        </p:nvSpPr>
        <p:spPr>
          <a:xfrm>
            <a:off x="540005" y="737600"/>
            <a:ext cx="8118600" cy="1522800"/>
          </a:xfrm>
        </p:spPr>
        <p:txBody>
          <a:bodyPr/>
          <a:p>
            <a:r>
              <a:rPr lang="en-US" altLang="ru-RU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Personal Knowledge Manager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ctrTitle"/>
          </p:nvPr>
        </p:nvSpPr>
        <p:spPr>
          <a:xfrm>
            <a:off x="55" y="-205"/>
            <a:ext cx="53613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Введение</a:t>
            </a:r>
            <a:endParaRPr sz="36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Google Shape;68;p14"/>
          <p:cNvSpPr txBox="1"/>
          <p:nvPr/>
        </p:nvSpPr>
        <p:spPr>
          <a:xfrm>
            <a:off x="448310" y="2276475"/>
            <a:ext cx="8189595" cy="1950720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91425" rIns="91425" bIns="91425" anchor="b" anchorCtr="0">
            <a:normAutofit fontScale="70000"/>
          </a:bodyPr>
          <a:lstStyle>
            <a:lvl1pPr marL="0" lvl="0" indent="0" algn="ctr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375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Personal Knowledge Manager(PKM) —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это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проет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-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приложение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для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хранения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знаний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созданный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на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PyQt6</a:t>
            </a:r>
            <a:endParaRPr lang="en-US" altLang="ru-RU" sz="36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Приложение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помогает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вести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заметки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отправлять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напоминания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и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просматривать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записи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по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датам</a:t>
            </a:r>
            <a:endParaRPr sz="36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0" y="287655"/>
            <a:ext cx="5361305" cy="3009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Задачи проекта:</a:t>
            </a:r>
            <a:endParaRPr lang="ru-RU" altLang="en-US" sz="36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Заголовок 0"/>
          <p:cNvSpPr/>
          <p:nvPr>
            <p:ph type="ctrTitle"/>
          </p:nvPr>
        </p:nvSpPr>
        <p:spPr>
          <a:xfrm>
            <a:off x="334645" y="3352800"/>
            <a:ext cx="6858000" cy="1684020"/>
          </a:xfrm>
        </p:spPr>
        <p:txBody>
          <a:bodyPr/>
          <a:p>
            <a:pPr algn="l"/>
            <a:r>
              <a:rPr lang="en-US" altLang="ru-RU" sz="2600">
                <a:solidFill>
                  <a:schemeClr val="tx2"/>
                </a:solidFill>
                <a:uFillTx/>
              </a:rPr>
              <a:t>1.</a:t>
            </a:r>
            <a:r>
              <a:rPr lang="ru-RU" altLang="en-US" sz="2600">
                <a:solidFill>
                  <a:schemeClr val="tx2"/>
                </a:solidFill>
                <a:uFillTx/>
              </a:rPr>
              <a:t>Р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едактор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заметок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—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создание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и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редактирование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текста</a:t>
            </a:r>
            <a:br>
              <a:rPr lang="en-US" altLang="en-US" sz="2600">
                <a:solidFill>
                  <a:schemeClr val="tx2"/>
                </a:solidFill>
                <a:uFillTx/>
              </a:rPr>
            </a:br>
            <a:br>
              <a:rPr lang="en-US" altLang="ru-RU" sz="2600">
                <a:solidFill>
                  <a:schemeClr val="tx2"/>
                </a:solidFill>
                <a:uFillTx/>
              </a:rPr>
            </a:br>
            <a:r>
              <a:rPr lang="en-US" altLang="ru-RU" sz="2600">
                <a:solidFill>
                  <a:schemeClr val="tx2"/>
                </a:solidFill>
                <a:uFillTx/>
              </a:rPr>
              <a:t>2.</a:t>
            </a:r>
            <a:r>
              <a:rPr lang="ru-RU" altLang="en-US" sz="2600">
                <a:solidFill>
                  <a:schemeClr val="tx2"/>
                </a:solidFill>
                <a:uFillTx/>
              </a:rPr>
              <a:t>О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рганизация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—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сортировка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,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фильтрация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и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поиск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заметок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по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заголовку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,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содержимому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и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тегам</a:t>
            </a:r>
            <a:br>
              <a:rPr lang="en-US" altLang="en-US" sz="2600">
                <a:solidFill>
                  <a:schemeClr val="tx2"/>
                </a:solidFill>
                <a:uFillTx/>
              </a:rPr>
            </a:br>
            <a:br>
              <a:rPr lang="en-US" altLang="ru-RU" sz="2600">
                <a:solidFill>
                  <a:schemeClr val="tx2"/>
                </a:solidFill>
                <a:uFillTx/>
              </a:rPr>
            </a:br>
            <a:r>
              <a:rPr lang="en-US" altLang="ru-RU" sz="2600">
                <a:solidFill>
                  <a:schemeClr val="tx2"/>
                </a:solidFill>
                <a:uFillTx/>
              </a:rPr>
              <a:t>3.</a:t>
            </a:r>
            <a:r>
              <a:rPr lang="ru-RU" altLang="en-US" sz="2600">
                <a:solidFill>
                  <a:schemeClr val="tx2"/>
                </a:solidFill>
                <a:uFillTx/>
              </a:rPr>
              <a:t>Т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еги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—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гибкая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система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тегов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для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группировки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и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фильтрации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заметок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;</a:t>
            </a:r>
            <a:endParaRPr lang="en-US" altLang="ru-RU" sz="2600">
              <a:solidFill>
                <a:schemeClr val="tx2"/>
              </a:solidFill>
              <a:uFillTx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0" y="0"/>
            <a:ext cx="5361305" cy="6362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Задачи проекта:</a:t>
            </a:r>
            <a:endParaRPr lang="ru-RU" altLang="en-US" sz="36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Заголовок 0"/>
          <p:cNvSpPr/>
          <p:nvPr>
            <p:ph type="ctrTitle"/>
          </p:nvPr>
        </p:nvSpPr>
        <p:spPr>
          <a:xfrm>
            <a:off x="334645" y="3352800"/>
            <a:ext cx="6858000" cy="1790065"/>
          </a:xfrm>
        </p:spPr>
        <p:txBody>
          <a:bodyPr/>
          <a:p>
            <a:pPr algn="l"/>
            <a:r>
              <a:rPr lang="en-US" altLang="ru-RU" sz="2600">
                <a:solidFill>
                  <a:schemeClr val="tx2"/>
                </a:solidFill>
                <a:uFillTx/>
              </a:rPr>
              <a:t>4.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календарь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—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встроенный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календарь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позволяет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быстро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находить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и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открывать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заметки</a:t>
            </a:r>
            <a:br>
              <a:rPr lang="en-US" altLang="en-US" sz="2600">
                <a:solidFill>
                  <a:schemeClr val="tx2"/>
                </a:solidFill>
                <a:uFillTx/>
              </a:rPr>
            </a:br>
            <a:br>
              <a:rPr lang="en-US" altLang="ru-RU" sz="2600">
                <a:solidFill>
                  <a:schemeClr val="tx2"/>
                </a:solidFill>
                <a:uFillTx/>
              </a:rPr>
            </a:br>
            <a:r>
              <a:rPr lang="en-US" altLang="ru-RU" sz="2600">
                <a:solidFill>
                  <a:schemeClr val="tx2"/>
                </a:solidFill>
                <a:uFillTx/>
              </a:rPr>
              <a:t>5.SQL-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база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данных</a:t>
            </a:r>
            <a:br>
              <a:rPr lang="en-US" altLang="en-US" sz="2600">
                <a:solidFill>
                  <a:schemeClr val="tx2"/>
                </a:solidFill>
                <a:uFillTx/>
              </a:rPr>
            </a:br>
            <a:br>
              <a:rPr lang="en-US" altLang="ru-RU" sz="2600">
                <a:solidFill>
                  <a:schemeClr val="tx2"/>
                </a:solidFill>
                <a:uFillTx/>
              </a:rPr>
            </a:br>
            <a:r>
              <a:rPr lang="en-US" altLang="ru-RU" sz="2600">
                <a:solidFill>
                  <a:schemeClr val="tx2"/>
                </a:solidFill>
                <a:uFillTx/>
              </a:rPr>
              <a:t>6.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напоминания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—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возможность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создавать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напоминания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к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заметкам</a:t>
            </a:r>
            <a:br>
              <a:rPr lang="en-US" altLang="en-US" sz="2600">
                <a:solidFill>
                  <a:schemeClr val="tx2"/>
                </a:solidFill>
                <a:uFillTx/>
              </a:rPr>
            </a:br>
            <a:br>
              <a:rPr lang="en-US" altLang="ru-RU" sz="2600">
                <a:solidFill>
                  <a:schemeClr val="tx2"/>
                </a:solidFill>
                <a:uFillTx/>
              </a:rPr>
            </a:br>
            <a:r>
              <a:rPr lang="en-US" altLang="ru-RU" sz="2600">
                <a:solidFill>
                  <a:schemeClr val="tx2"/>
                </a:solidFill>
                <a:uFillTx/>
              </a:rPr>
              <a:t>7.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визуальный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интерфейс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—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удобный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многопанельный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UI </a:t>
            </a:r>
            <a:r>
              <a:rPr lang="en-US" altLang="en-US" sz="2600">
                <a:solidFill>
                  <a:schemeClr val="tx2"/>
                </a:solidFill>
                <a:uFillTx/>
              </a:rPr>
              <a:t>на</a:t>
            </a:r>
            <a:r>
              <a:rPr lang="en-US" altLang="ru-RU" sz="2600">
                <a:solidFill>
                  <a:schemeClr val="tx2"/>
                </a:solidFill>
                <a:uFillTx/>
              </a:rPr>
              <a:t> PyQt6</a:t>
            </a:r>
            <a:endParaRPr lang="en-US" altLang="ru-RU" sz="2600">
              <a:solidFill>
                <a:schemeClr val="tx2"/>
              </a:solidFill>
              <a:uFillTx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55" y="4240"/>
            <a:ext cx="53613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Технологии</a:t>
            </a:r>
            <a:endParaRPr lang="en-US" altLang="en-US" sz="36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Текстовое поле 0"/>
          <p:cNvSpPr txBox="1"/>
          <p:nvPr/>
        </p:nvSpPr>
        <p:spPr>
          <a:xfrm>
            <a:off x="529590" y="1129030"/>
            <a:ext cx="832675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1.</a:t>
            </a:r>
            <a:r>
              <a:rPr lang="en-US" altLang="ru-RU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Python 3.10+</a:t>
            </a:r>
            <a:endParaRPr lang="en-US" altLang="ru-RU" sz="2800">
              <a:solidFill>
                <a:srgbClr val="000000"/>
              </a:solidFill>
              <a:uFillTx/>
              <a:latin typeface="Arial" panose="020B0604020202020204" pitchFamily="34" charset="0"/>
            </a:endParaRPr>
          </a:p>
          <a:p>
            <a:r>
              <a:rPr lang="en-US" altLang="ru-RU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2.PyQt6 — </a:t>
            </a:r>
            <a:r>
              <a:rPr lang="en-US" altLang="en-US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графический</a:t>
            </a:r>
            <a:r>
              <a:rPr lang="en-US" altLang="ru-RU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интерфейс</a:t>
            </a:r>
            <a:endParaRPr lang="en-US" altLang="ru-RU" sz="2800">
              <a:solidFill>
                <a:srgbClr val="000000"/>
              </a:solidFill>
              <a:uFillTx/>
              <a:latin typeface="Arial" panose="020B0604020202020204" pitchFamily="34" charset="0"/>
            </a:endParaRPr>
          </a:p>
          <a:p>
            <a:r>
              <a:rPr lang="en-US" altLang="ru-RU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3.SQLite3 — </a:t>
            </a:r>
            <a:r>
              <a:rPr lang="en-US" altLang="en-US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база</a:t>
            </a:r>
            <a:r>
              <a:rPr lang="en-US" altLang="ru-RU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данных</a:t>
            </a:r>
            <a:endParaRPr lang="en-US" altLang="en-US" sz="2800">
              <a:solidFill>
                <a:srgbClr val="000000"/>
              </a:solidFill>
              <a:uFillTx/>
              <a:latin typeface="Arial" panose="020B0604020202020204" pitchFamily="34" charset="0"/>
            </a:endParaRPr>
          </a:p>
          <a:p>
            <a:r>
              <a:rPr lang="ru-RU" altLang="en-US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4.</a:t>
            </a:r>
            <a:r>
              <a:rPr lang="en-US" altLang="en-US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PyCharm </a:t>
            </a:r>
            <a:r>
              <a:rPr lang="ru-RU" altLang="en-US" sz="2800">
                <a:solidFill>
                  <a:srgbClr val="000000"/>
                </a:solidFill>
                <a:uFillTx/>
                <a:latin typeface="Arial" panose="020B0604020202020204" pitchFamily="34" charset="0"/>
              </a:rPr>
              <a:t>- среда разработки</a:t>
            </a:r>
            <a:endParaRPr lang="en-US" altLang="ru-RU" sz="2800">
              <a:solidFill>
                <a:srgbClr val="000000"/>
              </a:solidFill>
              <a:uFillTx/>
              <a:latin typeface="Arial" panose="020B0604020202020204" pitchFamily="34" charset="0"/>
            </a:endParaRPr>
          </a:p>
          <a:p>
            <a:endParaRPr lang="en-US" altLang="en-US" sz="2800">
              <a:solidFill>
                <a:srgbClr val="000000"/>
              </a:solidFill>
              <a:uFillTx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55" y="-205"/>
            <a:ext cx="53613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Цель</a:t>
            </a:r>
            <a:r>
              <a:rPr lang="en-US" altLang="ru-RU" sz="36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lang="en-US" altLang="ru-RU" sz="36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" name="Заголовок 0"/>
          <p:cNvSpPr/>
          <p:nvPr>
            <p:ph type="ctrTitle"/>
          </p:nvPr>
        </p:nvSpPr>
        <p:spPr>
          <a:xfrm>
            <a:off x="428625" y="2880360"/>
            <a:ext cx="6858000" cy="1790700"/>
          </a:xfrm>
        </p:spPr>
        <p:txBody>
          <a:bodyPr/>
          <a:p>
            <a:pPr algn="l"/>
            <a:r>
              <a:rPr lang="en-US" altLang="ru-RU"/>
              <a:t>1.</a:t>
            </a:r>
            <a:r>
              <a:rPr lang="en-US" altLang="en-US"/>
              <a:t>хранения</a:t>
            </a:r>
            <a:r>
              <a:rPr lang="en-US" altLang="ru-RU"/>
              <a:t> </a:t>
            </a:r>
            <a:r>
              <a:rPr lang="en-US" altLang="en-US"/>
              <a:t>знаний</a:t>
            </a:r>
            <a:r>
              <a:rPr lang="en-US" altLang="ru-RU"/>
              <a:t>, </a:t>
            </a:r>
            <a:r>
              <a:rPr lang="en-US" altLang="en-US"/>
              <a:t>заметок</a:t>
            </a:r>
            <a:r>
              <a:rPr lang="en-US" altLang="ru-RU"/>
              <a:t>, </a:t>
            </a:r>
            <a:r>
              <a:rPr lang="en-US" altLang="en-US"/>
              <a:t>ссылок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идей</a:t>
            </a:r>
            <a:r>
              <a:rPr lang="en-US" altLang="ru-RU"/>
              <a:t>;</a:t>
            </a:r>
            <a:br>
              <a:rPr lang="en-US" altLang="ru-RU"/>
            </a:br>
            <a:r>
              <a:rPr lang="en-US" altLang="ru-RU"/>
              <a:t>2.</a:t>
            </a:r>
            <a:r>
              <a:rPr lang="en-US" altLang="en-US"/>
              <a:t>структурирования</a:t>
            </a:r>
            <a:r>
              <a:rPr lang="en-US" altLang="ru-RU"/>
              <a:t> </a:t>
            </a:r>
            <a:r>
              <a:rPr lang="en-US" altLang="en-US"/>
              <a:t>информации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темам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тегам</a:t>
            </a:r>
            <a:r>
              <a:rPr lang="en-US" altLang="ru-RU"/>
              <a:t>;</a:t>
            </a:r>
            <a:br>
              <a:rPr lang="en-US" altLang="ru-RU"/>
            </a:br>
            <a:r>
              <a:rPr lang="en-US" altLang="ru-RU"/>
              <a:t>3.</a:t>
            </a:r>
            <a:r>
              <a:rPr lang="en-US" altLang="en-US"/>
              <a:t>быстрого</a:t>
            </a:r>
            <a:r>
              <a:rPr lang="en-US" altLang="ru-RU"/>
              <a:t> </a:t>
            </a:r>
            <a:r>
              <a:rPr lang="en-US" altLang="en-US"/>
              <a:t>поиска</a:t>
            </a:r>
            <a:r>
              <a:rPr lang="en-US" altLang="ru-RU"/>
              <a:t> </a:t>
            </a:r>
            <a:r>
              <a:rPr lang="en-US" altLang="en-US"/>
              <a:t>нужных</a:t>
            </a:r>
            <a:r>
              <a:rPr lang="en-US" altLang="ru-RU"/>
              <a:t> </a:t>
            </a:r>
            <a:r>
              <a:rPr lang="en-US" altLang="en-US"/>
              <a:t>записей</a:t>
            </a:r>
            <a:r>
              <a:rPr lang="en-US" altLang="ru-RU"/>
              <a:t>;</a:t>
            </a:r>
            <a:br>
              <a:rPr lang="en-US" altLang="ru-RU"/>
            </a:br>
            <a:r>
              <a:rPr lang="en-US" altLang="ru-RU"/>
              <a:t>4.</a:t>
            </a:r>
            <a:r>
              <a:rPr lang="en-US" altLang="en-US"/>
              <a:t>расширяемости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135" y="1818435"/>
            <a:ext cx="95493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Спасибо за внимание</a:t>
            </a:r>
            <a:endParaRPr sz="60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991</Words>
  <Application>WPS Presentation</Application>
  <PresentationFormat/>
  <Paragraphs>32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Arial</vt:lpstr>
      <vt:lpstr>Old Standard TT</vt:lpstr>
      <vt:lpstr>Comfortaa</vt:lpstr>
      <vt:lpstr>Oswald</vt:lpstr>
      <vt:lpstr>Courier New</vt:lpstr>
      <vt:lpstr>Microsoft YaHei</vt:lpstr>
      <vt:lpstr>Arial Unicode MS</vt:lpstr>
      <vt:lpstr>Default Design</vt:lpstr>
      <vt:lpstr>Музыкальный плеер</vt:lpstr>
      <vt:lpstr>Введение</vt:lpstr>
      <vt:lpstr>Задачи проекта</vt:lpstr>
      <vt:lpstr>1.Редактор заметок — создание и редактирование текста  2.Организация — сортировка, фильтрация и поиск заметок по заголовку, содержимому и тегам  3.Теги — гибкая система тегов для группировки и фильтрации заметок;</vt:lpstr>
      <vt:lpstr>Отображение музыки</vt:lpstr>
      <vt:lpstr>Работа с файлами и отчётами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Knowledge Manager</dc:title>
  <dc:creator/>
  <cp:lastModifiedBy>Роман Касимов</cp:lastModifiedBy>
  <cp:revision>2</cp:revision>
  <dcterms:created xsi:type="dcterms:W3CDTF">2025-11-25T11:17:48Z</dcterms:created>
  <dcterms:modified xsi:type="dcterms:W3CDTF">2025-11-25T11:18:11Z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EB83615FCEBD4BD1883AC1F50AA7CA05_13</vt:lpwstr>
  </property>
  <property fmtid="{D5CDD505-2E9C-101B-9397-08002B2CF9AE}" pid="3" name="KSOProductBuildVer">
    <vt:lpwstr>1049-12.2.0.23155</vt:lpwstr>
  </property>
</Properties>
</file>