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9" r:id="rId4"/>
    <p:sldId id="264" r:id="rId5"/>
    <p:sldId id="260" r:id="rId6"/>
    <p:sldId id="261" r:id="rId7"/>
    <p:sldId id="263" r:id="rId8"/>
  </p:sldIdLst>
  <p:sldSz cx="9144000" cy="5143500" type="screen16x9"/>
  <p:notesSz cx="6858000" cy="9144000"/>
  <p:embeddedFontLst>
    <p:embeddedFont>
      <p:font typeface="Trebuchet MS" panose="020B0603020202020204" pitchFamily="34" charset="0"/>
      <p:regular r:id="rId10"/>
      <p:bold r:id="rId11"/>
      <p:italic r:id="rId12"/>
      <p:boldItalic r:id="rId13"/>
    </p:embeddedFont>
    <p:embeddedFont>
      <p:font typeface="Oswald" panose="020B0604020202020204" charset="-52"/>
      <p:regular r:id="rId14"/>
      <p:bold r:id="rId15"/>
    </p:embeddedFont>
    <p:embeddedFont>
      <p:font typeface="Wingdings 3" panose="05040102010807070707" pitchFamily="18" charset="2"/>
      <p:regular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5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658" y="67"/>
      </p:cViewPr>
      <p:guideLst>
        <p:guide orient="horz" pos="165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1850d93d7b9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1850d93d7b9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850d93d7b9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850d93d7b9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850d93d7b9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850d93d7b9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850d93d7b9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850d93d7b9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850d93d7b9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1850d93d7b9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850d93d7b9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850d93d7b9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850d93d7b9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850d93d7b9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15941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033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509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0844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65893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7301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24317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23942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36905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298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0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424949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5062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5283762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514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49199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70171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/>
        </p:nvSpPr>
        <p:spPr>
          <a:xfrm>
            <a:off x="2069173" y="2978796"/>
            <a:ext cx="3067500" cy="79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latin typeface="Oswald"/>
                <a:ea typeface="Oswald"/>
                <a:cs typeface="Oswald"/>
                <a:sym typeface="Oswald"/>
              </a:rPr>
              <a:t>Работу</a:t>
            </a:r>
            <a:r>
              <a:rPr lang="en-US" sz="2000" dirty="0"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sz="2000" dirty="0" err="1">
                <a:latin typeface="Oswald"/>
                <a:ea typeface="Oswald"/>
                <a:cs typeface="Oswald"/>
                <a:sym typeface="Oswald"/>
              </a:rPr>
              <a:t>выполнил</a:t>
            </a:r>
            <a:r>
              <a:rPr lang="en-US" sz="2000" dirty="0">
                <a:latin typeface="Oswald"/>
                <a:ea typeface="Oswald"/>
                <a:cs typeface="Oswald"/>
                <a:sym typeface="Oswald"/>
              </a:rPr>
              <a:t>:</a:t>
            </a:r>
            <a:endParaRPr sz="2000" dirty="0">
              <a:latin typeface="Oswald"/>
              <a:ea typeface="Oswald"/>
              <a:cs typeface="Oswald"/>
              <a:sym typeface="Oswa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err="1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Касимов</a:t>
            </a:r>
            <a:r>
              <a:rPr lang="ru-RU" sz="2000" dirty="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Роман Дмитриевич</a:t>
            </a:r>
          </a:p>
        </p:txBody>
      </p:sp>
      <p:sp>
        <p:nvSpPr>
          <p:cNvPr id="2" name="Заголовок 0"/>
          <p:cNvSpPr>
            <a:spLocks noGrp="1"/>
          </p:cNvSpPr>
          <p:nvPr>
            <p:ph type="ctrTitle"/>
          </p:nvPr>
        </p:nvSpPr>
        <p:spPr>
          <a:xfrm>
            <a:off x="-1067122" y="702964"/>
            <a:ext cx="8118600" cy="1522800"/>
          </a:xfrm>
        </p:spPr>
        <p:txBody>
          <a:bodyPr/>
          <a:lstStyle/>
          <a:p>
            <a:r>
              <a:rPr lang="en-US" altLang="ru-RU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Personal Knowledge Manager</a:t>
            </a:r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ctrTitle"/>
          </p:nvPr>
        </p:nvSpPr>
        <p:spPr>
          <a:xfrm>
            <a:off x="2472057" y="318655"/>
            <a:ext cx="5361300" cy="8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Введение</a:t>
            </a:r>
            <a:endParaRPr sz="5400" dirty="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" name="Google Shape;68;p14"/>
          <p:cNvSpPr txBox="1"/>
          <p:nvPr/>
        </p:nvSpPr>
        <p:spPr>
          <a:xfrm>
            <a:off x="448310" y="2276475"/>
            <a:ext cx="8189595" cy="1950720"/>
          </a:xfrm>
          <a:prstGeom prst="rect">
            <a:avLst/>
          </a:prstGeom>
          <a:noFill/>
          <a:ln w="9525">
            <a:noFill/>
          </a:ln>
        </p:spPr>
        <p:txBody>
          <a:bodyPr wrap="square" lIns="91425" tIns="91425" rIns="91425" bIns="91425" anchor="b" anchorCtr="0">
            <a:normAutofit fontScale="85000" lnSpcReduction="10000"/>
          </a:bodyPr>
          <a:lstStyle>
            <a:lvl1pPr marL="0" lvl="0" indent="0" algn="ctr" defTabSz="6858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3375" b="0" i="0" u="none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Personal Knowledge Manager(PKM) —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это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проет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-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приложение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для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хранения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знаний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,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созданный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на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PyQt6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Приложение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помогает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вести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заметки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,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отправлять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напоминания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и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просматривать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записи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по</a:t>
            </a:r>
            <a:r>
              <a:rPr lang="en-US" altLang="ru-RU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altLang="en-US" sz="360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датам</a:t>
            </a:r>
            <a:endParaRPr sz="360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ctrTitle"/>
          </p:nvPr>
        </p:nvSpPr>
        <p:spPr>
          <a:xfrm>
            <a:off x="1669473" y="1195128"/>
            <a:ext cx="5361305" cy="30099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Задачи</a:t>
            </a:r>
            <a:r>
              <a:rPr lang="en-US" sz="54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sz="54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проекта</a:t>
            </a:r>
            <a:r>
              <a:rPr lang="en-US" sz="54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:</a:t>
            </a:r>
            <a:endParaRPr lang="ru-RU" altLang="en-US" sz="5400" dirty="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" name="Заголовок 0"/>
          <p:cNvSpPr>
            <a:spLocks noGrp="1"/>
          </p:cNvSpPr>
          <p:nvPr>
            <p:ph type="ctrTitle" idx="4294967295"/>
          </p:nvPr>
        </p:nvSpPr>
        <p:spPr>
          <a:xfrm>
            <a:off x="325582" y="1496118"/>
            <a:ext cx="6858000" cy="1684338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ru-RU" sz="2600" dirty="0">
                <a:solidFill>
                  <a:schemeClr val="tx2"/>
                </a:solidFill>
                <a:uFillTx/>
              </a:rPr>
              <a:t>1.</a:t>
            </a:r>
            <a:r>
              <a:rPr lang="ru-RU" altLang="en-US" sz="2600" dirty="0">
                <a:solidFill>
                  <a:schemeClr val="tx2"/>
                </a:solidFill>
                <a:uFillTx/>
              </a:rPr>
              <a:t>Р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едактор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заметок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создание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редактирование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текста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en-US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ru-RU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>2.</a:t>
            </a:r>
            <a:r>
              <a:rPr lang="ru-RU" altLang="en-US" sz="2600" dirty="0">
                <a:solidFill>
                  <a:schemeClr val="tx2"/>
                </a:solidFill>
                <a:uFillTx/>
              </a:rPr>
              <a:t>О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рганизация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сортировка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,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фильтрация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поиск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заметок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по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заголовку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,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содержимому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тегам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en-US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ru-RU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>3.</a:t>
            </a:r>
            <a:r>
              <a:rPr lang="ru-RU" altLang="en-US" sz="2600" dirty="0">
                <a:solidFill>
                  <a:schemeClr val="tx2"/>
                </a:solidFill>
                <a:uFillTx/>
              </a:rPr>
              <a:t>Т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еги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гибкая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система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тегов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для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группировки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фильтрации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заметок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ctrTitle"/>
          </p:nvPr>
        </p:nvSpPr>
        <p:spPr>
          <a:xfrm>
            <a:off x="1343891" y="540327"/>
            <a:ext cx="5361305" cy="6362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Задачи</a:t>
            </a:r>
            <a:r>
              <a:rPr lang="en-US" sz="48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sz="48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проекта</a:t>
            </a:r>
            <a:r>
              <a:rPr lang="en-US" sz="48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:</a:t>
            </a:r>
            <a:endParaRPr lang="ru-RU" altLang="en-US" sz="4800" dirty="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" name="Заголовок 0"/>
          <p:cNvSpPr>
            <a:spLocks noGrp="1"/>
          </p:cNvSpPr>
          <p:nvPr>
            <p:ph type="ctrTitle" idx="4294967295"/>
          </p:nvPr>
        </p:nvSpPr>
        <p:spPr>
          <a:xfrm>
            <a:off x="512618" y="1176597"/>
            <a:ext cx="6858000" cy="179070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ru-RU" sz="2600" dirty="0">
                <a:solidFill>
                  <a:schemeClr val="tx2"/>
                </a:solidFill>
                <a:uFillTx/>
              </a:rPr>
              <a:t>4.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календарь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встроенный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календарь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позволяет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быстро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находить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и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открывать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заметки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en-US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ru-RU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>5.SQL-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база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данных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en-US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ru-RU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>6.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напоминания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возможность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создавать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напоминания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к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заметкам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en-US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/>
            </a:r>
            <a:br>
              <a:rPr lang="en-US" altLang="ru-RU" sz="2600" dirty="0">
                <a:solidFill>
                  <a:schemeClr val="tx2"/>
                </a:solidFill>
                <a:uFillTx/>
              </a:rPr>
            </a:br>
            <a:r>
              <a:rPr lang="en-US" altLang="ru-RU" sz="2600" dirty="0">
                <a:solidFill>
                  <a:schemeClr val="tx2"/>
                </a:solidFill>
                <a:uFillTx/>
              </a:rPr>
              <a:t>7.</a:t>
            </a:r>
            <a:r>
              <a:rPr lang="en-US" altLang="en-US" sz="2600" dirty="0">
                <a:solidFill>
                  <a:schemeClr val="tx2"/>
                </a:solidFill>
                <a:uFillTx/>
              </a:rPr>
              <a:t>визуальный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интерфейс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—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удобный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многопанельный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UI </a:t>
            </a:r>
            <a:r>
              <a:rPr lang="en-US" altLang="en-US" sz="2600" dirty="0" err="1">
                <a:solidFill>
                  <a:schemeClr val="tx2"/>
                </a:solidFill>
                <a:uFillTx/>
              </a:rPr>
              <a:t>на</a:t>
            </a:r>
            <a:r>
              <a:rPr lang="en-US" altLang="ru-RU" sz="2600" dirty="0">
                <a:solidFill>
                  <a:schemeClr val="tx2"/>
                </a:solidFill>
                <a:uFillTx/>
              </a:rPr>
              <a:t> PyQt6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ctrTitle"/>
          </p:nvPr>
        </p:nvSpPr>
        <p:spPr>
          <a:xfrm>
            <a:off x="2563147" y="354075"/>
            <a:ext cx="5361300" cy="8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48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Технологии</a:t>
            </a:r>
            <a:endParaRPr lang="en-US" altLang="en-US" sz="4800" dirty="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" name="Текстовое поле 0"/>
          <p:cNvSpPr txBox="1"/>
          <p:nvPr/>
        </p:nvSpPr>
        <p:spPr>
          <a:xfrm>
            <a:off x="817245" y="2230466"/>
            <a:ext cx="8326755" cy="22453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ru-RU" altLang="en-US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1.</a:t>
            </a:r>
            <a:r>
              <a:rPr lang="en-US" altLang="ru-RU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Python 3.10+</a:t>
            </a:r>
          </a:p>
          <a:p>
            <a:r>
              <a:rPr lang="en-US" altLang="ru-RU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2.PyQt6 — </a:t>
            </a:r>
            <a:r>
              <a:rPr lang="en-US" altLang="en-US" sz="2800" dirty="0" err="1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графический</a:t>
            </a:r>
            <a:r>
              <a:rPr lang="en-US" altLang="ru-RU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интерфейс</a:t>
            </a:r>
            <a:endParaRPr lang="en-US" altLang="ru-RU" sz="2800" dirty="0">
              <a:solidFill>
                <a:srgbClr val="000000"/>
              </a:solidFill>
              <a:uFillTx/>
              <a:latin typeface="Arial" panose="020B0604020202020204" pitchFamily="34" charset="0"/>
            </a:endParaRPr>
          </a:p>
          <a:p>
            <a:r>
              <a:rPr lang="en-US" altLang="ru-RU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3.SQLite3 — </a:t>
            </a:r>
            <a:r>
              <a:rPr lang="en-US" altLang="en-US" sz="2800" dirty="0" err="1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база</a:t>
            </a:r>
            <a:r>
              <a:rPr lang="en-US" altLang="ru-RU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 </a:t>
            </a:r>
            <a:r>
              <a:rPr lang="en-US" altLang="en-US" sz="2800" dirty="0" err="1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данных</a:t>
            </a:r>
            <a:endParaRPr lang="en-US" altLang="en-US" sz="2800" dirty="0">
              <a:solidFill>
                <a:srgbClr val="000000"/>
              </a:solidFill>
              <a:uFillTx/>
              <a:latin typeface="Arial" panose="020B0604020202020204" pitchFamily="34" charset="0"/>
            </a:endParaRPr>
          </a:p>
          <a:p>
            <a:r>
              <a:rPr lang="ru-RU" altLang="en-US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4.</a:t>
            </a:r>
            <a:r>
              <a:rPr lang="en-US" altLang="en-US" sz="2800" dirty="0" err="1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PyCharm</a:t>
            </a:r>
            <a:r>
              <a:rPr lang="en-US" altLang="en-US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 </a:t>
            </a:r>
            <a:r>
              <a:rPr lang="ru-RU" altLang="en-US" sz="2800" dirty="0">
                <a:solidFill>
                  <a:srgbClr val="000000"/>
                </a:solidFill>
                <a:uFillTx/>
                <a:latin typeface="Arial" panose="020B0604020202020204" pitchFamily="34" charset="0"/>
              </a:rPr>
              <a:t>- среда разработки</a:t>
            </a:r>
            <a:endParaRPr lang="en-US" altLang="ru-RU" sz="2800" dirty="0">
              <a:solidFill>
                <a:srgbClr val="000000"/>
              </a:solidFill>
              <a:uFillTx/>
              <a:latin typeface="Arial" panose="020B0604020202020204" pitchFamily="34" charset="0"/>
            </a:endParaRPr>
          </a:p>
          <a:p>
            <a:endParaRPr lang="en-US" altLang="en-US" sz="2800" dirty="0">
              <a:solidFill>
                <a:srgbClr val="000000"/>
              </a:solidFill>
              <a:uFillTx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ctrTitle"/>
          </p:nvPr>
        </p:nvSpPr>
        <p:spPr>
          <a:xfrm>
            <a:off x="2784819" y="332304"/>
            <a:ext cx="5361300" cy="8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48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Цель</a:t>
            </a:r>
            <a:r>
              <a:rPr lang="en-US" altLang="ru-RU" sz="48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</a:p>
        </p:txBody>
      </p:sp>
      <p:sp>
        <p:nvSpPr>
          <p:cNvPr id="2" name="Заголовок 0"/>
          <p:cNvSpPr>
            <a:spLocks noGrp="1"/>
          </p:cNvSpPr>
          <p:nvPr>
            <p:ph type="ctrTitle" idx="4294967295"/>
          </p:nvPr>
        </p:nvSpPr>
        <p:spPr>
          <a:xfrm>
            <a:off x="540328" y="1979180"/>
            <a:ext cx="6858000" cy="179070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ru-RU" dirty="0" smtClean="0">
                <a:solidFill>
                  <a:schemeClr val="tx1"/>
                </a:solidFill>
              </a:rPr>
              <a:t>1.</a:t>
            </a:r>
            <a:r>
              <a:rPr lang="en-US" altLang="ru-RU" dirty="0">
                <a:solidFill>
                  <a:schemeClr val="tx1"/>
                </a:solidFill>
              </a:rPr>
              <a:t>X</a:t>
            </a:r>
            <a:r>
              <a:rPr lang="en-US" altLang="en-US" dirty="0" smtClean="0">
                <a:solidFill>
                  <a:schemeClr val="tx1"/>
                </a:solidFill>
              </a:rPr>
              <a:t>ранения</a:t>
            </a:r>
            <a:r>
              <a:rPr lang="en-US" altLang="ru-RU" dirty="0" smtClean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знаний</a:t>
            </a:r>
            <a:r>
              <a:rPr lang="en-US" altLang="ru-RU" dirty="0">
                <a:solidFill>
                  <a:schemeClr val="tx1"/>
                </a:solidFill>
              </a:rPr>
              <a:t>, </a:t>
            </a:r>
            <a:r>
              <a:rPr lang="en-US" altLang="en-US" dirty="0" err="1">
                <a:solidFill>
                  <a:schemeClr val="tx1"/>
                </a:solidFill>
              </a:rPr>
              <a:t>заметок</a:t>
            </a:r>
            <a:r>
              <a:rPr lang="en-US" altLang="ru-RU" dirty="0">
                <a:solidFill>
                  <a:schemeClr val="tx1"/>
                </a:solidFill>
              </a:rPr>
              <a:t>, </a:t>
            </a:r>
            <a:r>
              <a:rPr lang="en-US" altLang="en-US" dirty="0" err="1">
                <a:solidFill>
                  <a:schemeClr val="tx1"/>
                </a:solidFill>
              </a:rPr>
              <a:t>ссылок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и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 smtClean="0">
                <a:solidFill>
                  <a:schemeClr val="tx1"/>
                </a:solidFill>
              </a:rPr>
              <a:t>идей</a:t>
            </a:r>
            <a:r>
              <a:rPr lang="en-US" altLang="ru-RU" dirty="0">
                <a:solidFill>
                  <a:schemeClr val="tx1"/>
                </a:solidFill>
              </a:rPr>
              <a:t/>
            </a:r>
            <a:br>
              <a:rPr lang="en-US" altLang="ru-RU" dirty="0">
                <a:solidFill>
                  <a:schemeClr val="tx1"/>
                </a:solidFill>
              </a:rPr>
            </a:br>
            <a:r>
              <a:rPr lang="en-US" altLang="ru-RU" dirty="0" smtClean="0">
                <a:solidFill>
                  <a:schemeClr val="tx1"/>
                </a:solidFill>
              </a:rPr>
              <a:t>2.</a:t>
            </a:r>
            <a:r>
              <a:rPr lang="en-US" altLang="ru-RU" dirty="0">
                <a:solidFill>
                  <a:schemeClr val="tx1"/>
                </a:solidFill>
              </a:rPr>
              <a:t>C</a:t>
            </a:r>
            <a:r>
              <a:rPr lang="en-US" altLang="en-US" dirty="0" smtClean="0">
                <a:solidFill>
                  <a:schemeClr val="tx1"/>
                </a:solidFill>
              </a:rPr>
              <a:t>труктурирования</a:t>
            </a:r>
            <a:r>
              <a:rPr lang="en-US" altLang="ru-RU" dirty="0" smtClean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информации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по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темам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и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 smtClean="0">
                <a:solidFill>
                  <a:schemeClr val="tx1"/>
                </a:solidFill>
              </a:rPr>
              <a:t>тегам</a:t>
            </a:r>
            <a:r>
              <a:rPr lang="en-US" altLang="ru-RU" dirty="0">
                <a:solidFill>
                  <a:schemeClr val="tx1"/>
                </a:solidFill>
              </a:rPr>
              <a:t/>
            </a:r>
            <a:br>
              <a:rPr lang="en-US" altLang="ru-RU" dirty="0">
                <a:solidFill>
                  <a:schemeClr val="tx1"/>
                </a:solidFill>
              </a:rPr>
            </a:br>
            <a:r>
              <a:rPr lang="en-US" altLang="ru-RU" dirty="0" smtClean="0">
                <a:solidFill>
                  <a:schemeClr val="tx1"/>
                </a:solidFill>
              </a:rPr>
              <a:t>3.</a:t>
            </a:r>
            <a:r>
              <a:rPr lang="ru-RU" altLang="ru-RU" dirty="0">
                <a:solidFill>
                  <a:schemeClr val="tx1"/>
                </a:solidFill>
              </a:rPr>
              <a:t>Б</a:t>
            </a:r>
            <a:r>
              <a:rPr lang="en-US" altLang="en-US" dirty="0" err="1" smtClean="0">
                <a:solidFill>
                  <a:schemeClr val="tx1"/>
                </a:solidFill>
              </a:rPr>
              <a:t>ыстрого</a:t>
            </a:r>
            <a:r>
              <a:rPr lang="en-US" altLang="ru-RU" dirty="0" smtClean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поиска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>
                <a:solidFill>
                  <a:schemeClr val="tx1"/>
                </a:solidFill>
              </a:rPr>
              <a:t>нужных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 err="1" smtClean="0">
                <a:solidFill>
                  <a:schemeClr val="tx1"/>
                </a:solidFill>
              </a:rPr>
              <a:t>записей</a:t>
            </a:r>
            <a:r>
              <a:rPr lang="en-US" altLang="ru-RU" dirty="0">
                <a:solidFill>
                  <a:schemeClr val="tx1"/>
                </a:solidFill>
              </a:rPr>
              <a:t/>
            </a:r>
            <a:br>
              <a:rPr lang="en-US" altLang="ru-RU" dirty="0">
                <a:solidFill>
                  <a:schemeClr val="tx1"/>
                </a:solidFill>
              </a:rPr>
            </a:br>
            <a:r>
              <a:rPr lang="en-US" altLang="ru-RU" dirty="0" smtClean="0">
                <a:solidFill>
                  <a:schemeClr val="tx1"/>
                </a:solidFill>
              </a:rPr>
              <a:t>4.</a:t>
            </a:r>
            <a:r>
              <a:rPr lang="ru-RU" altLang="ru-RU" dirty="0">
                <a:solidFill>
                  <a:schemeClr val="tx1"/>
                </a:solidFill>
              </a:rPr>
              <a:t>Р</a:t>
            </a:r>
            <a:r>
              <a:rPr lang="en-US" altLang="en-US" dirty="0" err="1" smtClean="0">
                <a:solidFill>
                  <a:schemeClr val="tx1"/>
                </a:solidFill>
              </a:rPr>
              <a:t>асширяемости</a:t>
            </a:r>
            <a:endParaRPr lang="en-US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>
            <a:spLocks noGrp="1"/>
          </p:cNvSpPr>
          <p:nvPr>
            <p:ph type="ctrTitle"/>
          </p:nvPr>
        </p:nvSpPr>
        <p:spPr>
          <a:xfrm>
            <a:off x="831408" y="1569054"/>
            <a:ext cx="95493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Спасибо</a:t>
            </a:r>
            <a:r>
              <a:rPr lang="en-US" sz="60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sz="60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за</a:t>
            </a:r>
            <a:r>
              <a:rPr lang="en-US" sz="6000" dirty="0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 </a:t>
            </a:r>
            <a:r>
              <a:rPr lang="en-US" sz="6000" dirty="0" err="1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внимание</a:t>
            </a:r>
            <a:endParaRPr sz="6000" dirty="0">
              <a:solidFill>
                <a:srgbClr val="000000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35</TotalTime>
  <Words>91</Words>
  <Application>Microsoft Office PowerPoint</Application>
  <PresentationFormat>Экран (16:9)</PresentationFormat>
  <Paragraphs>18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Trebuchet MS</vt:lpstr>
      <vt:lpstr>Oswald</vt:lpstr>
      <vt:lpstr>Wingdings 3</vt:lpstr>
      <vt:lpstr>Arial</vt:lpstr>
      <vt:lpstr>Аспект</vt:lpstr>
      <vt:lpstr>Personal Knowledge Manager</vt:lpstr>
      <vt:lpstr>Введение</vt:lpstr>
      <vt:lpstr>1.Редактор заметок — создание и редактирование текста  2.Организация — сортировка, фильтрация и поиск заметок по заголовку, содержимому и тегам  3.Теги — гибкая система тегов для группировки и фильтрации заметок;</vt:lpstr>
      <vt:lpstr>4.календарь — встроенный календарь позволяет быстро находить и открывать заметки  5.SQL-база данных  6.напоминания — возможность создавать напоминания к заметкам  7.визуальный интерфейс — удобный многопанельный UI на PyQt6</vt:lpstr>
      <vt:lpstr>Технологии</vt:lpstr>
      <vt:lpstr>1.Xранения знаний, заметок, ссылок и идей 2.Cтруктурирования информации по темам и тегам 3.Быстрого поиска нужных записей 4.Расширяемости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 Knowledge Manager</dc:title>
  <dc:creator>Kasimov</dc:creator>
  <cp:lastModifiedBy>Kasimov</cp:lastModifiedBy>
  <cp:revision>4</cp:revision>
  <dcterms:created xsi:type="dcterms:W3CDTF">2025-11-25T11:17:48Z</dcterms:created>
  <dcterms:modified xsi:type="dcterms:W3CDTF">2025-11-25T12:48:45Z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EB83615FCEBD4BD1883AC1F50AA7CA05_13</vt:lpwstr>
  </property>
  <property fmtid="{D5CDD505-2E9C-101B-9397-08002B2CF9AE}" pid="3" name="KSOProductBuildVer">
    <vt:lpwstr>1049-12.2.0.23155</vt:lpwstr>
  </property>
</Properties>
</file>